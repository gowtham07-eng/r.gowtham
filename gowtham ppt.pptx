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2" r:id="rId4"/>
    <p:sldId id="257" r:id="rId5"/>
    <p:sldId id="261" r:id="rId6"/>
    <p:sldId id="258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8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99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1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8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6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5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16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4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0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8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0087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33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15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8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3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13D30-275A-47DB-A375-A58F447CF486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B82B0-D842-4091-9374-75AFB82A4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96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7033" y="1027935"/>
            <a:ext cx="9144000" cy="143578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7032" y="2628832"/>
            <a:ext cx="10365972" cy="1718723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BMW     SALES  DATA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    GOWTHAM R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MBA A 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 COLOLEGE OF ARTS    AND SCIENCE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65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0" y="0"/>
            <a:ext cx="12142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15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08233"/>
            <a:ext cx="9613859" cy="108094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Sales Trend &amp; Model Performance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235" y="2295310"/>
            <a:ext cx="5608336" cy="359931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across different years.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sales trend is increasing with a peak in recent years.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BMW X1 are the top-selling models.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models have lower sales, showing varied customer demand.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high-performing and low-performing models.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understanding product-wise sales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95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2" y="10030"/>
            <a:ext cx="12146098" cy="683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2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1188719"/>
            <a:ext cx="9613859" cy="928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City-Wise Sales Analysis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6210" y="2370124"/>
            <a:ext cx="5608336" cy="359931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Displays </a:t>
            </a:r>
            <a:r>
              <a:rPr lang="en-US" dirty="0"/>
              <a:t>sales performance across different cities.</a:t>
            </a:r>
          </a:p>
          <a:p>
            <a:r>
              <a:rPr lang="en-US" dirty="0"/>
              <a:t>Metro and Tier-1 cities contribute the highest sales.</a:t>
            </a:r>
          </a:p>
          <a:p>
            <a:r>
              <a:rPr lang="en-US" dirty="0"/>
              <a:t>Pune and Bengaluru show strong peak sales.</a:t>
            </a:r>
          </a:p>
          <a:p>
            <a:r>
              <a:rPr lang="en-US" dirty="0"/>
              <a:t>Some cities have stable sales, while others show fluctuations.</a:t>
            </a:r>
          </a:p>
          <a:p>
            <a:r>
              <a:rPr lang="en-US" dirty="0"/>
              <a:t>Sales are fairly evenly distributed across cities.</a:t>
            </a:r>
          </a:p>
          <a:p>
            <a:r>
              <a:rPr lang="en-US" dirty="0"/>
              <a:t>Helps analyze regional demand and market reach.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203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" y="0"/>
            <a:ext cx="12190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0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Pricing, Revenue &amp; Overall Sales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3082" y="2336876"/>
            <a:ext cx="5608336" cy="3599313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price per unit for each BMW model.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BMW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BMW X7 have the highest prices.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Ahmedabad and Bengaluru generate the highest total revenue.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BMW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in total units sold.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units sold are around 42K units.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BMW’s strong premium positioning and revenue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484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dashboards show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consistent sales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years, cities, and models.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BMW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X1, and other SUV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key drivers of both unit sales and revenue.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pricing is well maintained, especially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high-end models like BMW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X7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 and Tier-1 cities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Ahmedabad, Bengaluru, Pune, and Mumbai contribute the most to sales.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distributed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regions and models, reducing business risk.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units sold (~42K) indicate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market demand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BMW vehicles.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data reflects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balanced, stable, and premium-focused sales strategy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92804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91</TotalTime>
  <Words>302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Trebuchet MS</vt:lpstr>
      <vt:lpstr>Berlin</vt:lpstr>
      <vt:lpstr>INTRODUCTION</vt:lpstr>
      <vt:lpstr>PowerPoint Presentation</vt:lpstr>
      <vt:lpstr> Sales Trend &amp; Model Performance </vt:lpstr>
      <vt:lpstr>PowerPoint Presentation</vt:lpstr>
      <vt:lpstr>City-Wise Sales Analysis  </vt:lpstr>
      <vt:lpstr>PowerPoint Presentation</vt:lpstr>
      <vt:lpstr>Pricing, Revenue &amp; Overall Sales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</cp:revision>
  <dcterms:created xsi:type="dcterms:W3CDTF">2026-02-02T06:58:20Z</dcterms:created>
  <dcterms:modified xsi:type="dcterms:W3CDTF">2026-02-02T09:47:59Z</dcterms:modified>
</cp:coreProperties>
</file>